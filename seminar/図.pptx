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13" autoAdjust="0"/>
  </p:normalViewPr>
  <p:slideViewPr>
    <p:cSldViewPr snapToGrid="0">
      <p:cViewPr>
        <p:scale>
          <a:sx n="99" d="100"/>
          <a:sy n="99" d="100"/>
        </p:scale>
        <p:origin x="99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7F7019-C072-4AAE-5B9C-D492FB1F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466955-3CE2-4C75-5341-BDCCF925D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4C6FA-973C-26EB-5B06-49D7782E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A06C9-28EF-2154-BCBD-A6F316DD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DA65B5-6143-EB52-70E5-C270C72D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17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FFAA6-4002-567F-7C7D-D04A3BCA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7B07DA-C970-8CD5-31A6-462469F92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EA1674-9954-901F-898C-2C2E09CC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EA1F4D-D8F6-990A-DA10-538764D5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2179A0-E4D8-0B0C-EB1B-5473A98C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72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49B62-1CB0-C829-36BD-55946DF7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F7AEB6-4791-5C3E-1DBA-109EC91A1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91E96-9497-60DB-6EF0-C2EE0FD4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4160D3-53F2-0889-CC70-099BFF3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CA3063-5D8B-075C-53B1-7810305A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73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93AE77-7B0E-7D91-4EB5-11163777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52AB45-2612-6DF0-F7AA-1BCAE45B4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A4DB3D-CF0A-07CF-7A56-30BA3C40D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20F256-A4B6-E1A4-E566-4D843986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C64945-920A-A583-E6F5-D53AB134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43C968-6401-CD8C-2880-7775D43D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87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8ADAA0-69BD-5D12-B8E4-F4CC1B79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4774B0-17B1-0720-840D-67677F10D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AB3EEF-D08B-5159-B726-AE68D9E0B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5F3CBF-905D-CB10-0BE8-B8277C2EC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D47231-396A-883F-2325-8A98308AE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91A9AF-35BA-C6C4-6C5B-A99C497F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E99F4A6-6B07-A44F-AA2D-834283DB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F9F3C0-B248-8B51-C7D4-20873623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29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9ED602-AF9F-884A-D7CF-15085951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B3ACD4-809D-C7E4-BB92-E1E46543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9B08C4-690E-ADE1-497B-248BEC15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6430423-688F-6AFB-0F34-F6C37FE1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66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098CCE1-7A39-8D94-B60C-A276B384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AC75D5-F582-8BF3-7AC4-58EEBDAE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D43A74-9067-E215-D665-817FB6A0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84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21377-7B55-78B8-910A-61CF62D9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852569-6886-BA99-1FE6-2B35813EC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7C97BC-9414-44D7-DC71-03B92213D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913B7-2232-931A-5587-48221A72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01601E-59CC-6B91-AB24-D21E8DD0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32DDC3-10F2-960F-275C-CC4244B1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06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F1D90B-CD20-D2FE-F86C-E60E9260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FD2456-F70A-955D-E4AA-3DE5EADBE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47C176-685A-D0E0-BEA7-0B268C4EE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CE2E64-F1D9-1BBA-6679-965E66DD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361E9A-ED52-47A7-D92A-3D58834C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29C071-AC8B-9A13-E592-09FFFADC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00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94E4C-CCB7-BF5F-C1EE-F1E4F383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CB9D7B-BBBC-D92C-D5A8-D47E08846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462DB-7B20-5390-551F-D118DCD0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9D83C7-F946-AD5D-8889-B3A24EAD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BF5C31-D77A-3FB0-6703-3F358141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99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532524-B162-E9AD-38BC-33F33B0E0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E3DD2B-E80F-956A-2385-C7C5BB126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38378F-7F51-B28B-5EE3-C1166794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1A1DA4-C637-8A84-9AEA-4306913B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01B299-BFC6-CE70-AB5F-E21737E0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963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DD3413-A20A-69A3-3588-ABFFA938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A6F788-7FB9-389D-0AED-0CB2EF24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D71025-640E-BB68-948C-D46D6B799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B012F-45BF-4C9A-ACD6-E7FE5E3F7EB0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B794C9-E94D-F59E-68F1-7B559523E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17B030-2463-A901-5233-A5839D70D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02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FFE75A3-5836-007E-4934-7845C471E924}"/>
              </a:ext>
            </a:extLst>
          </p:cNvPr>
          <p:cNvCxnSpPr>
            <a:cxnSpLocks/>
          </p:cNvCxnSpPr>
          <p:nvPr/>
        </p:nvCxnSpPr>
        <p:spPr>
          <a:xfrm>
            <a:off x="560128" y="3384827"/>
            <a:ext cx="110939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7310791-F781-8AB6-3900-7AEBD5275A27}"/>
              </a:ext>
            </a:extLst>
          </p:cNvPr>
          <p:cNvCxnSpPr>
            <a:cxnSpLocks/>
          </p:cNvCxnSpPr>
          <p:nvPr/>
        </p:nvCxnSpPr>
        <p:spPr>
          <a:xfrm>
            <a:off x="560128" y="4217193"/>
            <a:ext cx="11093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20A0569-61A6-4F28-A034-B44EF58CF3FB}"/>
              </a:ext>
            </a:extLst>
          </p:cNvPr>
          <p:cNvCxnSpPr>
            <a:cxnSpLocks/>
          </p:cNvCxnSpPr>
          <p:nvPr/>
        </p:nvCxnSpPr>
        <p:spPr>
          <a:xfrm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510A09-C54E-7A5E-1D48-ED2F624E944E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9298CED-9027-C1F4-13F3-B03E85ECBA79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BB643C5-6268-CA36-D01A-27732A83C60B}"/>
              </a:ext>
            </a:extLst>
          </p:cNvPr>
          <p:cNvCxnSpPr>
            <a:cxnSpLocks/>
          </p:cNvCxnSpPr>
          <p:nvPr/>
        </p:nvCxnSpPr>
        <p:spPr>
          <a:xfrm flipV="1">
            <a:off x="11210643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C50FB26-0098-45AC-7B11-CEE979664AE7}"/>
              </a:ext>
            </a:extLst>
          </p:cNvPr>
          <p:cNvCxnSpPr>
            <a:cxnSpLocks/>
          </p:cNvCxnSpPr>
          <p:nvPr/>
        </p:nvCxnSpPr>
        <p:spPr>
          <a:xfrm>
            <a:off x="10420875" y="3039279"/>
            <a:ext cx="0" cy="7907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812AEC5-1811-C656-FE14-5DBC211D8101}"/>
              </a:ext>
            </a:extLst>
          </p:cNvPr>
          <p:cNvCxnSpPr>
            <a:cxnSpLocks/>
          </p:cNvCxnSpPr>
          <p:nvPr/>
        </p:nvCxnSpPr>
        <p:spPr>
          <a:xfrm>
            <a:off x="10119001" y="3039279"/>
            <a:ext cx="6037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8E6733-8958-2A34-40F3-276711D81C30}"/>
              </a:ext>
            </a:extLst>
          </p:cNvPr>
          <p:cNvSpPr/>
          <p:nvPr/>
        </p:nvSpPr>
        <p:spPr>
          <a:xfrm>
            <a:off x="2954388" y="3704508"/>
            <a:ext cx="735133" cy="2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CC267C3-CFA2-50B3-AEB8-37222A37854C}"/>
              </a:ext>
            </a:extLst>
          </p:cNvPr>
          <p:cNvSpPr/>
          <p:nvPr/>
        </p:nvSpPr>
        <p:spPr>
          <a:xfrm>
            <a:off x="1418360" y="3777227"/>
            <a:ext cx="182713" cy="5761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21F5C38-54F2-5ACF-2574-A94188D0E3F2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1601074" y="3806036"/>
            <a:ext cx="1353315" cy="480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184E813B-D603-0834-3EA1-6A8DC483D551}"/>
              </a:ext>
            </a:extLst>
          </p:cNvPr>
          <p:cNvSpPr/>
          <p:nvPr/>
        </p:nvSpPr>
        <p:spPr>
          <a:xfrm>
            <a:off x="1444569" y="3426880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D8F67F0-E139-F8DA-60D2-B224484997EC}"/>
              </a:ext>
            </a:extLst>
          </p:cNvPr>
          <p:cNvSpPr/>
          <p:nvPr/>
        </p:nvSpPr>
        <p:spPr>
          <a:xfrm>
            <a:off x="1444565" y="3835425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7272B5FC-AA1E-03C8-6279-DA7F8E2F22F8}"/>
              </a:ext>
            </a:extLst>
          </p:cNvPr>
          <p:cNvGrpSpPr/>
          <p:nvPr/>
        </p:nvGrpSpPr>
        <p:grpSpPr>
          <a:xfrm>
            <a:off x="878579" y="1183340"/>
            <a:ext cx="1248034" cy="1513739"/>
            <a:chOff x="1283002" y="2166613"/>
            <a:chExt cx="1127913" cy="1377402"/>
          </a:xfrm>
        </p:grpSpPr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E1DEF84E-1EF9-3141-E4EB-4E20162E31CE}"/>
                </a:ext>
              </a:extLst>
            </p:cNvPr>
            <p:cNvSpPr/>
            <p:nvPr/>
          </p:nvSpPr>
          <p:spPr>
            <a:xfrm>
              <a:off x="1283002" y="2987354"/>
              <a:ext cx="669944" cy="55666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1C442F68-09AB-6837-521B-CE7C8C50086F}"/>
                </a:ext>
              </a:extLst>
            </p:cNvPr>
            <p:cNvSpPr/>
            <p:nvPr/>
          </p:nvSpPr>
          <p:spPr>
            <a:xfrm>
              <a:off x="1299917" y="2704255"/>
              <a:ext cx="636040" cy="5412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A898533B-18D5-3722-CEC5-02FF0EFFBB01}"/>
                </a:ext>
              </a:extLst>
            </p:cNvPr>
            <p:cNvSpPr/>
            <p:nvPr/>
          </p:nvSpPr>
          <p:spPr>
            <a:xfrm>
              <a:off x="1595077" y="2570006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四角形: 角を丸くする 44">
              <a:extLst>
                <a:ext uri="{FF2B5EF4-FFF2-40B4-BE49-F238E27FC236}">
                  <a16:creationId xmlns:a16="http://schemas.microsoft.com/office/drawing/2014/main" id="{728640DD-F21E-7EB1-E805-F4B29272693C}"/>
                </a:ext>
              </a:extLst>
            </p:cNvPr>
            <p:cNvSpPr/>
            <p:nvPr/>
          </p:nvSpPr>
          <p:spPr>
            <a:xfrm>
              <a:off x="1595077" y="2909414"/>
              <a:ext cx="45719" cy="590393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5C9E89C-29E1-1806-FB72-E7F18E803D1A}"/>
                    </a:ext>
                  </a:extLst>
                </p:cNvPr>
                <p:cNvSpPr txBox="1"/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𝑎𝑡𝑚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5C9E89C-29E1-1806-FB72-E7F18E803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blipFill>
                  <a:blip r:embed="rId2"/>
                  <a:stretch>
                    <a:fillRect l="-9091" r="-1136" b="-239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四角形: 角を丸くする 46">
              <a:extLst>
                <a:ext uri="{FF2B5EF4-FFF2-40B4-BE49-F238E27FC236}">
                  <a16:creationId xmlns:a16="http://schemas.microsoft.com/office/drawing/2014/main" id="{BC94D04E-FB41-EFCC-8429-6A83EE0FFE4E}"/>
                </a:ext>
              </a:extLst>
            </p:cNvPr>
            <p:cNvSpPr/>
            <p:nvPr/>
          </p:nvSpPr>
          <p:spPr>
            <a:xfrm>
              <a:off x="2350984" y="2576097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四角形: 角を丸くする 47">
              <a:extLst>
                <a:ext uri="{FF2B5EF4-FFF2-40B4-BE49-F238E27FC236}">
                  <a16:creationId xmlns:a16="http://schemas.microsoft.com/office/drawing/2014/main" id="{E48FD4A7-C9DC-8E34-665C-62E7FE3C37AB}"/>
                </a:ext>
              </a:extLst>
            </p:cNvPr>
            <p:cNvSpPr/>
            <p:nvPr/>
          </p:nvSpPr>
          <p:spPr>
            <a:xfrm>
              <a:off x="2350984" y="3376180"/>
              <a:ext cx="45719" cy="59939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CE69697E-FFA2-1322-5ED9-75E645432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398" y="2909414"/>
              <a:ext cx="0" cy="519586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0F177D35-8C79-EB34-ACA3-D86A2CB2E5BA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2350984" y="300829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1DF01468-8A34-BC30-7100-8572A4861BB6}"/>
                </a:ext>
              </a:extLst>
            </p:cNvPr>
            <p:cNvCxnSpPr/>
            <p:nvPr/>
          </p:nvCxnSpPr>
          <p:spPr>
            <a:xfrm>
              <a:off x="2350982" y="306306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397BA4F8-099A-9585-E935-0D58C8558AA0}"/>
                </a:ext>
              </a:extLst>
            </p:cNvPr>
            <p:cNvCxnSpPr/>
            <p:nvPr/>
          </p:nvCxnSpPr>
          <p:spPr>
            <a:xfrm>
              <a:off x="2354683" y="311287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4F3DCE78-899B-11D5-1E00-47C2AA5AD5FD}"/>
                </a:ext>
              </a:extLst>
            </p:cNvPr>
            <p:cNvCxnSpPr/>
            <p:nvPr/>
          </p:nvCxnSpPr>
          <p:spPr>
            <a:xfrm>
              <a:off x="2350981" y="289828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24452664-1715-2595-9B70-D22D19E923D6}"/>
                </a:ext>
              </a:extLst>
            </p:cNvPr>
            <p:cNvCxnSpPr/>
            <p:nvPr/>
          </p:nvCxnSpPr>
          <p:spPr>
            <a:xfrm>
              <a:off x="2350979" y="295305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9A4B3D1F-A656-54A3-A1F0-8AF17A69920E}"/>
                </a:ext>
              </a:extLst>
            </p:cNvPr>
            <p:cNvCxnSpPr/>
            <p:nvPr/>
          </p:nvCxnSpPr>
          <p:spPr>
            <a:xfrm>
              <a:off x="2350982" y="321902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19DD3826-446F-04E2-B725-19381FFCFC48}"/>
                </a:ext>
              </a:extLst>
            </p:cNvPr>
            <p:cNvCxnSpPr/>
            <p:nvPr/>
          </p:nvCxnSpPr>
          <p:spPr>
            <a:xfrm>
              <a:off x="2350980" y="327379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4D79D9F9-8D7A-6094-84C2-AE7B5AD513E1}"/>
                </a:ext>
              </a:extLst>
            </p:cNvPr>
            <p:cNvCxnSpPr/>
            <p:nvPr/>
          </p:nvCxnSpPr>
          <p:spPr>
            <a:xfrm>
              <a:off x="2354681" y="332360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254E30DD-909C-1C12-D291-A6F7D08A5F40}"/>
                </a:ext>
              </a:extLst>
            </p:cNvPr>
            <p:cNvCxnSpPr/>
            <p:nvPr/>
          </p:nvCxnSpPr>
          <p:spPr>
            <a:xfrm>
              <a:off x="2350977" y="3163782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2430232B-EDFB-5D11-4809-FD8D079399A0}"/>
                </a:ext>
              </a:extLst>
            </p:cNvPr>
            <p:cNvCxnSpPr/>
            <p:nvPr/>
          </p:nvCxnSpPr>
          <p:spPr>
            <a:xfrm>
              <a:off x="2350978" y="263682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789279A6-C9BE-6849-182A-24E6EB555917}"/>
                </a:ext>
              </a:extLst>
            </p:cNvPr>
            <p:cNvCxnSpPr/>
            <p:nvPr/>
          </p:nvCxnSpPr>
          <p:spPr>
            <a:xfrm>
              <a:off x="2354679" y="268663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E32A065F-D2C0-611B-E2D1-5D76204AA0BE}"/>
                </a:ext>
              </a:extLst>
            </p:cNvPr>
            <p:cNvCxnSpPr/>
            <p:nvPr/>
          </p:nvCxnSpPr>
          <p:spPr>
            <a:xfrm>
              <a:off x="2350978" y="279277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14EFC26C-D880-FBDA-653E-DBF7865C540F}"/>
                </a:ext>
              </a:extLst>
            </p:cNvPr>
            <p:cNvCxnSpPr/>
            <p:nvPr/>
          </p:nvCxnSpPr>
          <p:spPr>
            <a:xfrm>
              <a:off x="2350976" y="284754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1131F88E-303A-B0FC-7EFB-D8935BA397FE}"/>
                </a:ext>
              </a:extLst>
            </p:cNvPr>
            <p:cNvCxnSpPr/>
            <p:nvPr/>
          </p:nvCxnSpPr>
          <p:spPr>
            <a:xfrm>
              <a:off x="2350973" y="2737538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D5439D06-E28E-A04C-4000-8E1A7C41B942}"/>
                    </a:ext>
                  </a:extLst>
                </p:cNvPr>
                <p:cNvSpPr txBox="1"/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D5439D06-E28E-A04C-4000-8E1A7C41B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blipFill>
                  <a:blip r:embed="rId3"/>
                  <a:stretch>
                    <a:fillRect l="-27273" r="-18182"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F3D8E17F-592F-41DE-6CDB-210EAC1C50BB}"/>
                  </a:ext>
                </a:extLst>
              </p:cNvPr>
              <p:cNvSpPr/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F3D8E17F-592F-41DE-6CDB-210EAC1C5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FCDDBC6-8DDC-F1D6-8792-5711A3F05513}"/>
              </a:ext>
            </a:extLst>
          </p:cNvPr>
          <p:cNvCxnSpPr>
            <a:stCxn id="2" idx="0"/>
          </p:cNvCxnSpPr>
          <p:nvPr/>
        </p:nvCxnSpPr>
        <p:spPr>
          <a:xfrm flipV="1">
            <a:off x="958467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556FD70E-9DB9-B3AE-AB1F-D9234807E6EA}"/>
                  </a:ext>
                </a:extLst>
              </p:cNvPr>
              <p:cNvSpPr/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556FD70E-9DB9-B3AE-AB1F-D9234807E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51C16DE-5350-F982-8724-9973A552B9AA}"/>
              </a:ext>
            </a:extLst>
          </p:cNvPr>
          <p:cNvCxnSpPr>
            <a:stCxn id="8" idx="0"/>
          </p:cNvCxnSpPr>
          <p:nvPr/>
        </p:nvCxnSpPr>
        <p:spPr>
          <a:xfrm flipV="1">
            <a:off x="3941896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B8560F68-5F50-CFEE-C908-3E8D5790A740}"/>
                  </a:ext>
                </a:extLst>
              </p:cNvPr>
              <p:cNvSpPr/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B8560F68-5F50-CFEE-C908-3E8D5790A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565428C-7E8A-B197-E4BD-0F4F1E562120}"/>
              </a:ext>
            </a:extLst>
          </p:cNvPr>
          <p:cNvCxnSpPr>
            <a:stCxn id="15" idx="0"/>
          </p:cNvCxnSpPr>
          <p:nvPr/>
        </p:nvCxnSpPr>
        <p:spPr>
          <a:xfrm flipV="1">
            <a:off x="1803965" y="3831297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9B9904E-9B28-9344-CCA6-C72C788A02F0}"/>
                  </a:ext>
                </a:extLst>
              </p:cNvPr>
              <p:cNvSpPr/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9B9904E-9B28-9344-CCA6-C72C788A0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5B9C1C4-EC24-7306-7278-D6A701D77E29}"/>
              </a:ext>
            </a:extLst>
          </p:cNvPr>
          <p:cNvCxnSpPr>
            <a:stCxn id="19" idx="0"/>
          </p:cNvCxnSpPr>
          <p:nvPr/>
        </p:nvCxnSpPr>
        <p:spPr>
          <a:xfrm flipV="1">
            <a:off x="2649463" y="3829986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C2183680-032F-CF2F-1C88-BE2FDCBDBAD9}"/>
              </a:ext>
            </a:extLst>
          </p:cNvPr>
          <p:cNvSpPr/>
          <p:nvPr/>
        </p:nvSpPr>
        <p:spPr>
          <a:xfrm>
            <a:off x="7022153" y="3390267"/>
            <a:ext cx="434990" cy="816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C5480F1-113A-506B-2768-F818AB5288C5}"/>
              </a:ext>
            </a:extLst>
          </p:cNvPr>
          <p:cNvSpPr/>
          <p:nvPr/>
        </p:nvSpPr>
        <p:spPr>
          <a:xfrm>
            <a:off x="7168568" y="3646200"/>
            <a:ext cx="149198" cy="3196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361F4FAE-71F0-EE38-1E60-434344BDDF6C}"/>
                  </a:ext>
                </a:extLst>
              </p:cNvPr>
              <p:cNvSpPr/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361F4FAE-71F0-EE38-1E60-434344BDD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0D0A8DE-8E32-6AA8-CE33-E1BA89854B0D}"/>
              </a:ext>
            </a:extLst>
          </p:cNvPr>
          <p:cNvCxnSpPr>
            <a:stCxn id="31" idx="0"/>
          </p:cNvCxnSpPr>
          <p:nvPr/>
        </p:nvCxnSpPr>
        <p:spPr>
          <a:xfrm flipV="1">
            <a:off x="6339454" y="4209350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A6A21D20-930A-82FE-4135-6C409A784920}"/>
                  </a:ext>
                </a:extLst>
              </p:cNvPr>
              <p:cNvSpPr/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A6A21D20-930A-82FE-4135-6C409A784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CFB46A3B-9156-F5D8-AB5B-874199F9280A}"/>
              </a:ext>
            </a:extLst>
          </p:cNvPr>
          <p:cNvCxnSpPr>
            <a:stCxn id="36" idx="0"/>
          </p:cNvCxnSpPr>
          <p:nvPr/>
        </p:nvCxnSpPr>
        <p:spPr>
          <a:xfrm flipV="1">
            <a:off x="7883104" y="4206949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FE3526F-CE01-7112-76CA-5DE0F433F11F}"/>
              </a:ext>
            </a:extLst>
          </p:cNvPr>
          <p:cNvSpPr txBox="1"/>
          <p:nvPr/>
        </p:nvSpPr>
        <p:spPr>
          <a:xfrm>
            <a:off x="1739423" y="831898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温度計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8D381ED-ED01-72CA-8AF9-1543AEB4BEA6}"/>
              </a:ext>
            </a:extLst>
          </p:cNvPr>
          <p:cNvSpPr txBox="1"/>
          <p:nvPr/>
        </p:nvSpPr>
        <p:spPr>
          <a:xfrm>
            <a:off x="910092" y="832993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気圧計</a:t>
            </a:r>
            <a:endParaRPr kumimoji="1" lang="ja-JP" altLang="en-US" sz="1400" dirty="0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6F64331F-6882-5829-3693-C1779F836339}"/>
              </a:ext>
            </a:extLst>
          </p:cNvPr>
          <p:cNvSpPr/>
          <p:nvPr/>
        </p:nvSpPr>
        <p:spPr>
          <a:xfrm>
            <a:off x="4759419" y="3646200"/>
            <a:ext cx="829612" cy="35034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111596F-D64F-8DB2-8AE7-828008F3A1AF}"/>
              </a:ext>
            </a:extLst>
          </p:cNvPr>
          <p:cNvSpPr txBox="1"/>
          <p:nvPr/>
        </p:nvSpPr>
        <p:spPr>
          <a:xfrm>
            <a:off x="6690014" y="3066804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オリフィス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B9DAA388-4DC4-0FE1-00D5-A321829CA2D7}"/>
                  </a:ext>
                </a:extLst>
              </p:cNvPr>
              <p:cNvSpPr txBox="1"/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/>
                  <a:t>P1​</a:t>
                </a:r>
                <a:r>
                  <a:rPr lang="ja-JP" altLang="en-US" sz="1600" dirty="0"/>
                  <a:t>：ファン入口の静圧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P2​</a:t>
                </a:r>
                <a:r>
                  <a:rPr lang="ja-JP" altLang="en-US" sz="1600" dirty="0"/>
                  <a:t>：ファン出口の静圧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P3​</a:t>
                </a:r>
                <a:r>
                  <a:rPr lang="ja-JP" altLang="en-US" sz="1600" dirty="0"/>
                  <a:t>：オリフィス直前の静圧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P4​</a:t>
                </a:r>
                <a:r>
                  <a:rPr lang="ja-JP" altLang="en-US" sz="1600" dirty="0"/>
                  <a:t>：オリフィス直後の静圧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ja-JP" altLang="en-US" sz="1600" b="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1600" dirty="0"/>
                  <a:t>：ファン軸の回転数計</a:t>
                </a:r>
                <a:endParaRPr lang="en-US" altLang="ja-JP" sz="1600" dirty="0"/>
              </a:p>
              <a:p>
                <a:r>
                  <a:rPr lang="en-US" altLang="ja-JP" sz="1600" dirty="0"/>
                  <a:t>T</a:t>
                </a:r>
                <a:r>
                  <a:rPr lang="ja-JP" altLang="en-US" sz="1600" dirty="0"/>
                  <a:t>：モータとファンの間に挿入したトルク計</a:t>
                </a:r>
                <a:br>
                  <a:rPr lang="en-US" altLang="ja-JP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室内大気圧（気圧計）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室温（温度計）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B9DAA388-4DC4-0FE1-00D5-A321829CA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blipFill>
                <a:blip r:embed="rId10"/>
                <a:stretch>
                  <a:fillRect l="-796" t="-1462" b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DE1DC516-BE7D-3DAE-01D3-5C8C3381029E}"/>
              </a:ext>
            </a:extLst>
          </p:cNvPr>
          <p:cNvSpPr txBox="1"/>
          <p:nvPr/>
        </p:nvSpPr>
        <p:spPr>
          <a:xfrm>
            <a:off x="9871239" y="4274651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バルブ</a:t>
            </a:r>
            <a:endParaRPr kumimoji="1" lang="ja-JP" altLang="en-US" sz="14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E4FDC9A-130B-80C8-C2C3-A5EE28F2632D}"/>
              </a:ext>
            </a:extLst>
          </p:cNvPr>
          <p:cNvSpPr txBox="1"/>
          <p:nvPr/>
        </p:nvSpPr>
        <p:spPr>
          <a:xfrm>
            <a:off x="2772320" y="3039667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モーター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2403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8A1C4-0C72-12AC-8A0F-9FCE5E09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23808DC-1763-DFB3-98B7-B4361AA7A283}"/>
              </a:ext>
            </a:extLst>
          </p:cNvPr>
          <p:cNvCxnSpPr>
            <a:cxnSpLocks/>
          </p:cNvCxnSpPr>
          <p:nvPr/>
        </p:nvCxnSpPr>
        <p:spPr>
          <a:xfrm>
            <a:off x="560128" y="3384827"/>
            <a:ext cx="110939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9D2DEC2-B94A-B75D-FEBC-31198DF4B2EE}"/>
              </a:ext>
            </a:extLst>
          </p:cNvPr>
          <p:cNvCxnSpPr>
            <a:cxnSpLocks/>
          </p:cNvCxnSpPr>
          <p:nvPr/>
        </p:nvCxnSpPr>
        <p:spPr>
          <a:xfrm>
            <a:off x="560128" y="4217193"/>
            <a:ext cx="11093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A4566B4-C7A7-8E8A-E3A5-741C6F50DE12}"/>
              </a:ext>
            </a:extLst>
          </p:cNvPr>
          <p:cNvCxnSpPr>
            <a:cxnSpLocks/>
          </p:cNvCxnSpPr>
          <p:nvPr/>
        </p:nvCxnSpPr>
        <p:spPr>
          <a:xfrm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91A80A9-531F-E6E3-3F01-FDF41292B3ED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F98196A-18DA-1261-31D9-655BB8150665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DD34FFD-6295-E31A-AB16-B5F08E4DECF1}"/>
              </a:ext>
            </a:extLst>
          </p:cNvPr>
          <p:cNvCxnSpPr>
            <a:cxnSpLocks/>
          </p:cNvCxnSpPr>
          <p:nvPr/>
        </p:nvCxnSpPr>
        <p:spPr>
          <a:xfrm flipV="1">
            <a:off x="11210643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3CB589B-62DE-A954-9063-C6CDD20EC576}"/>
              </a:ext>
            </a:extLst>
          </p:cNvPr>
          <p:cNvCxnSpPr>
            <a:cxnSpLocks/>
          </p:cNvCxnSpPr>
          <p:nvPr/>
        </p:nvCxnSpPr>
        <p:spPr>
          <a:xfrm>
            <a:off x="10420875" y="3039279"/>
            <a:ext cx="0" cy="7907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E330829-D0D6-BF17-F1F8-1223B39923DB}"/>
              </a:ext>
            </a:extLst>
          </p:cNvPr>
          <p:cNvCxnSpPr>
            <a:cxnSpLocks/>
          </p:cNvCxnSpPr>
          <p:nvPr/>
        </p:nvCxnSpPr>
        <p:spPr>
          <a:xfrm>
            <a:off x="10119001" y="3039279"/>
            <a:ext cx="6037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7ADBC40-DDF6-5EFB-4947-866C715EB48B}"/>
              </a:ext>
            </a:extLst>
          </p:cNvPr>
          <p:cNvSpPr/>
          <p:nvPr/>
        </p:nvSpPr>
        <p:spPr>
          <a:xfrm>
            <a:off x="2954388" y="3704508"/>
            <a:ext cx="735133" cy="2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BD64796C-D03B-9CC4-28EC-B1DBBCFC77A1}"/>
              </a:ext>
            </a:extLst>
          </p:cNvPr>
          <p:cNvSpPr/>
          <p:nvPr/>
        </p:nvSpPr>
        <p:spPr>
          <a:xfrm>
            <a:off x="1418360" y="3777227"/>
            <a:ext cx="182713" cy="5761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63C6DE3-E0AA-0752-F169-0E80699E2BCC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1601074" y="3806036"/>
            <a:ext cx="1353315" cy="480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F4E260E1-0FED-60EC-DDE3-73289D93D8BC}"/>
              </a:ext>
            </a:extLst>
          </p:cNvPr>
          <p:cNvSpPr/>
          <p:nvPr/>
        </p:nvSpPr>
        <p:spPr>
          <a:xfrm>
            <a:off x="1444569" y="3426880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9DD5AA85-2081-9621-768A-EE45ACEE64A1}"/>
              </a:ext>
            </a:extLst>
          </p:cNvPr>
          <p:cNvSpPr/>
          <p:nvPr/>
        </p:nvSpPr>
        <p:spPr>
          <a:xfrm>
            <a:off x="1444565" y="3835425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9D88D5F-2419-C0AB-AF8F-1B3DF880A1FA}"/>
              </a:ext>
            </a:extLst>
          </p:cNvPr>
          <p:cNvGrpSpPr/>
          <p:nvPr/>
        </p:nvGrpSpPr>
        <p:grpSpPr>
          <a:xfrm>
            <a:off x="878579" y="1183340"/>
            <a:ext cx="1248034" cy="1513739"/>
            <a:chOff x="1283002" y="2166613"/>
            <a:chExt cx="1127913" cy="1377402"/>
          </a:xfrm>
        </p:grpSpPr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643601B5-7CF8-D84D-69F7-DE8E12FE7AF0}"/>
                </a:ext>
              </a:extLst>
            </p:cNvPr>
            <p:cNvSpPr/>
            <p:nvPr/>
          </p:nvSpPr>
          <p:spPr>
            <a:xfrm>
              <a:off x="1283002" y="2987354"/>
              <a:ext cx="669944" cy="55666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625AC77D-ED24-A6D3-A445-0FD0735575E4}"/>
                </a:ext>
              </a:extLst>
            </p:cNvPr>
            <p:cNvSpPr/>
            <p:nvPr/>
          </p:nvSpPr>
          <p:spPr>
            <a:xfrm>
              <a:off x="1299917" y="2704255"/>
              <a:ext cx="636040" cy="5412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106CD92F-8583-8666-1D2F-90C0B68306B0}"/>
                </a:ext>
              </a:extLst>
            </p:cNvPr>
            <p:cNvSpPr/>
            <p:nvPr/>
          </p:nvSpPr>
          <p:spPr>
            <a:xfrm>
              <a:off x="1595077" y="2570006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四角形: 角を丸くする 44">
              <a:extLst>
                <a:ext uri="{FF2B5EF4-FFF2-40B4-BE49-F238E27FC236}">
                  <a16:creationId xmlns:a16="http://schemas.microsoft.com/office/drawing/2014/main" id="{11A10E33-35F6-0475-9210-317344324081}"/>
                </a:ext>
              </a:extLst>
            </p:cNvPr>
            <p:cNvSpPr/>
            <p:nvPr/>
          </p:nvSpPr>
          <p:spPr>
            <a:xfrm>
              <a:off x="1595077" y="2909414"/>
              <a:ext cx="45719" cy="590393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B5A39E8-5030-6F77-3157-5EB1B3F5B9A2}"/>
                    </a:ext>
                  </a:extLst>
                </p:cNvPr>
                <p:cNvSpPr txBox="1"/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𝑎𝑡𝑚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5C9E89C-29E1-1806-FB72-E7F18E803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blipFill>
                  <a:blip r:embed="rId2"/>
                  <a:stretch>
                    <a:fillRect l="-9091" r="-1136" b="-239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四角形: 角を丸くする 46">
              <a:extLst>
                <a:ext uri="{FF2B5EF4-FFF2-40B4-BE49-F238E27FC236}">
                  <a16:creationId xmlns:a16="http://schemas.microsoft.com/office/drawing/2014/main" id="{3209C2D5-EB6B-9C7E-5E0A-4A630F51CE0F}"/>
                </a:ext>
              </a:extLst>
            </p:cNvPr>
            <p:cNvSpPr/>
            <p:nvPr/>
          </p:nvSpPr>
          <p:spPr>
            <a:xfrm>
              <a:off x="2350984" y="2576097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四角形: 角を丸くする 47">
              <a:extLst>
                <a:ext uri="{FF2B5EF4-FFF2-40B4-BE49-F238E27FC236}">
                  <a16:creationId xmlns:a16="http://schemas.microsoft.com/office/drawing/2014/main" id="{E7680A9E-E70F-A963-8FFC-6E5C00211075}"/>
                </a:ext>
              </a:extLst>
            </p:cNvPr>
            <p:cNvSpPr/>
            <p:nvPr/>
          </p:nvSpPr>
          <p:spPr>
            <a:xfrm>
              <a:off x="2350984" y="3376180"/>
              <a:ext cx="45719" cy="59939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F43A77B4-867B-1550-CF8F-E80E391BA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398" y="2909414"/>
              <a:ext cx="0" cy="519586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2A3F59E2-CEA7-ABEC-65CF-715FCF08F595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2350984" y="300829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4C62D273-A6FC-3610-2BB2-2CF2C17DA661}"/>
                </a:ext>
              </a:extLst>
            </p:cNvPr>
            <p:cNvCxnSpPr/>
            <p:nvPr/>
          </p:nvCxnSpPr>
          <p:spPr>
            <a:xfrm>
              <a:off x="2350982" y="306306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D8A8A450-FA51-B77A-3E7B-8D2CFAFACEC3}"/>
                </a:ext>
              </a:extLst>
            </p:cNvPr>
            <p:cNvCxnSpPr/>
            <p:nvPr/>
          </p:nvCxnSpPr>
          <p:spPr>
            <a:xfrm>
              <a:off x="2354683" y="311287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669D6346-F757-C3E3-1B69-D3A2AE2BEFF2}"/>
                </a:ext>
              </a:extLst>
            </p:cNvPr>
            <p:cNvCxnSpPr/>
            <p:nvPr/>
          </p:nvCxnSpPr>
          <p:spPr>
            <a:xfrm>
              <a:off x="2350981" y="289828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019A07AE-9822-3726-FD5B-CC9DDF9F7732}"/>
                </a:ext>
              </a:extLst>
            </p:cNvPr>
            <p:cNvCxnSpPr/>
            <p:nvPr/>
          </p:nvCxnSpPr>
          <p:spPr>
            <a:xfrm>
              <a:off x="2350979" y="295305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133BC410-DCD0-B2BD-7AF6-5C39662AE6E1}"/>
                </a:ext>
              </a:extLst>
            </p:cNvPr>
            <p:cNvCxnSpPr/>
            <p:nvPr/>
          </p:nvCxnSpPr>
          <p:spPr>
            <a:xfrm>
              <a:off x="2350982" y="321902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1A0CE7E8-F38F-36DB-2AC8-81C983532735}"/>
                </a:ext>
              </a:extLst>
            </p:cNvPr>
            <p:cNvCxnSpPr/>
            <p:nvPr/>
          </p:nvCxnSpPr>
          <p:spPr>
            <a:xfrm>
              <a:off x="2350980" y="327379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97633169-5137-8430-7A93-2E5393681568}"/>
                </a:ext>
              </a:extLst>
            </p:cNvPr>
            <p:cNvCxnSpPr/>
            <p:nvPr/>
          </p:nvCxnSpPr>
          <p:spPr>
            <a:xfrm>
              <a:off x="2354681" y="332360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AB508D6A-951E-58E8-4258-BF0187CEE7BC}"/>
                </a:ext>
              </a:extLst>
            </p:cNvPr>
            <p:cNvCxnSpPr/>
            <p:nvPr/>
          </p:nvCxnSpPr>
          <p:spPr>
            <a:xfrm>
              <a:off x="2350977" y="3163782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BFDFEF2C-6178-8738-81BE-946F2FD1D0A1}"/>
                </a:ext>
              </a:extLst>
            </p:cNvPr>
            <p:cNvCxnSpPr/>
            <p:nvPr/>
          </p:nvCxnSpPr>
          <p:spPr>
            <a:xfrm>
              <a:off x="2350978" y="263682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61C6AE43-0B7C-ECFD-7B05-BE22798C5C0B}"/>
                </a:ext>
              </a:extLst>
            </p:cNvPr>
            <p:cNvCxnSpPr/>
            <p:nvPr/>
          </p:nvCxnSpPr>
          <p:spPr>
            <a:xfrm>
              <a:off x="2354679" y="268663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0E5430E2-19A7-553D-FD9A-421C6217C7D9}"/>
                </a:ext>
              </a:extLst>
            </p:cNvPr>
            <p:cNvCxnSpPr/>
            <p:nvPr/>
          </p:nvCxnSpPr>
          <p:spPr>
            <a:xfrm>
              <a:off x="2350978" y="279277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D61B40E5-D382-8111-B924-9D4041001010}"/>
                </a:ext>
              </a:extLst>
            </p:cNvPr>
            <p:cNvCxnSpPr/>
            <p:nvPr/>
          </p:nvCxnSpPr>
          <p:spPr>
            <a:xfrm>
              <a:off x="2350976" y="284754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91BC570F-DBC9-9045-5146-D6E52A127DA2}"/>
                </a:ext>
              </a:extLst>
            </p:cNvPr>
            <p:cNvCxnSpPr/>
            <p:nvPr/>
          </p:nvCxnSpPr>
          <p:spPr>
            <a:xfrm>
              <a:off x="2350973" y="2737538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2190FA86-867A-628A-363E-EB44C951C24B}"/>
                    </a:ext>
                  </a:extLst>
                </p:cNvPr>
                <p:cNvSpPr txBox="1"/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D5439D06-E28E-A04C-4000-8E1A7C41B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blipFill>
                  <a:blip r:embed="rId3"/>
                  <a:stretch>
                    <a:fillRect l="-27273" r="-18182"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8140769A-7BE1-5734-3598-5A733BA9FED1}"/>
                  </a:ext>
                </a:extLst>
              </p:cNvPr>
              <p:cNvSpPr/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F3D8E17F-592F-41DE-6CDB-210EAC1C5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BBD35CC-0706-992C-5B2E-FD7AC59D861B}"/>
              </a:ext>
            </a:extLst>
          </p:cNvPr>
          <p:cNvCxnSpPr>
            <a:stCxn id="2" idx="0"/>
          </p:cNvCxnSpPr>
          <p:nvPr/>
        </p:nvCxnSpPr>
        <p:spPr>
          <a:xfrm flipV="1">
            <a:off x="958467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2386CFFB-DE90-C979-3555-99AA5B6D385A}"/>
                  </a:ext>
                </a:extLst>
              </p:cNvPr>
              <p:cNvSpPr/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556FD70E-9DB9-B3AE-AB1F-D9234807E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40194B9-FFAA-C39A-46BD-839D7A671E56}"/>
              </a:ext>
            </a:extLst>
          </p:cNvPr>
          <p:cNvCxnSpPr>
            <a:stCxn id="8" idx="0"/>
          </p:cNvCxnSpPr>
          <p:nvPr/>
        </p:nvCxnSpPr>
        <p:spPr>
          <a:xfrm flipV="1">
            <a:off x="3941896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5C46CC7B-6C81-1B6E-DBF5-6C765F432650}"/>
                  </a:ext>
                </a:extLst>
              </p:cNvPr>
              <p:cNvSpPr/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B8560F68-5F50-CFEE-C908-3E8D5790A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8830439-EEE0-CFBC-5DCC-A3D40116D32D}"/>
              </a:ext>
            </a:extLst>
          </p:cNvPr>
          <p:cNvCxnSpPr>
            <a:stCxn id="15" idx="0"/>
          </p:cNvCxnSpPr>
          <p:nvPr/>
        </p:nvCxnSpPr>
        <p:spPr>
          <a:xfrm flipV="1">
            <a:off x="1803965" y="3831297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2E0FD57-FD78-17B7-A274-DE4F92EC674F}"/>
                  </a:ext>
                </a:extLst>
              </p:cNvPr>
              <p:cNvSpPr/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9B9904E-9B28-9344-CCA6-C72C788A0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8EC7760-ECD6-5403-62C3-DE1CAC0A9F1E}"/>
              </a:ext>
            </a:extLst>
          </p:cNvPr>
          <p:cNvCxnSpPr>
            <a:stCxn id="19" idx="0"/>
          </p:cNvCxnSpPr>
          <p:nvPr/>
        </p:nvCxnSpPr>
        <p:spPr>
          <a:xfrm flipV="1">
            <a:off x="2649463" y="3829986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F71CFD45-84C4-390D-6F85-7DE95EEEEFA4}"/>
              </a:ext>
            </a:extLst>
          </p:cNvPr>
          <p:cNvSpPr/>
          <p:nvPr/>
        </p:nvSpPr>
        <p:spPr>
          <a:xfrm>
            <a:off x="7022153" y="3390267"/>
            <a:ext cx="434990" cy="816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01C841EA-8393-9302-2F0F-070D00F5BF6F}"/>
              </a:ext>
            </a:extLst>
          </p:cNvPr>
          <p:cNvSpPr/>
          <p:nvPr/>
        </p:nvSpPr>
        <p:spPr>
          <a:xfrm>
            <a:off x="7168568" y="3646200"/>
            <a:ext cx="149198" cy="3196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DFA41E76-DE6F-2D8B-F056-66A45F8DAF97}"/>
                  </a:ext>
                </a:extLst>
              </p:cNvPr>
              <p:cNvSpPr/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361F4FAE-71F0-EE38-1E60-434344BDD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9D0849A4-8723-5222-BCA7-EBFF56B40194}"/>
              </a:ext>
            </a:extLst>
          </p:cNvPr>
          <p:cNvCxnSpPr>
            <a:stCxn id="31" idx="0"/>
          </p:cNvCxnSpPr>
          <p:nvPr/>
        </p:nvCxnSpPr>
        <p:spPr>
          <a:xfrm flipV="1">
            <a:off x="6339454" y="4209350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D17A3E6C-D999-4020-1F02-7DC57F6B005E}"/>
                  </a:ext>
                </a:extLst>
              </p:cNvPr>
              <p:cNvSpPr/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A6A21D20-930A-82FE-4135-6C409A784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3331A9BC-31FE-4F77-AA77-074A0091AA08}"/>
              </a:ext>
            </a:extLst>
          </p:cNvPr>
          <p:cNvCxnSpPr>
            <a:stCxn id="36" idx="0"/>
          </p:cNvCxnSpPr>
          <p:nvPr/>
        </p:nvCxnSpPr>
        <p:spPr>
          <a:xfrm flipV="1">
            <a:off x="7883104" y="4206949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6FB6041-6897-2BEF-7713-D9338F2A414E}"/>
              </a:ext>
            </a:extLst>
          </p:cNvPr>
          <p:cNvSpPr txBox="1"/>
          <p:nvPr/>
        </p:nvSpPr>
        <p:spPr>
          <a:xfrm>
            <a:off x="1739423" y="831898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温度計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947DA95-8A62-23F9-A19C-036FAB6CD0A2}"/>
              </a:ext>
            </a:extLst>
          </p:cNvPr>
          <p:cNvSpPr txBox="1"/>
          <p:nvPr/>
        </p:nvSpPr>
        <p:spPr>
          <a:xfrm>
            <a:off x="910092" y="832993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気圧計</a:t>
            </a:r>
            <a:endParaRPr kumimoji="1" lang="ja-JP" altLang="en-US" sz="1400" dirty="0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27DCD641-6E8C-A68C-7E1E-3AFD6D0BCF2E}"/>
              </a:ext>
            </a:extLst>
          </p:cNvPr>
          <p:cNvSpPr/>
          <p:nvPr/>
        </p:nvSpPr>
        <p:spPr>
          <a:xfrm>
            <a:off x="4759419" y="3646200"/>
            <a:ext cx="829612" cy="35034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526A328-D442-8E32-897E-E0EB7553E848}"/>
              </a:ext>
            </a:extLst>
          </p:cNvPr>
          <p:cNvSpPr txBox="1"/>
          <p:nvPr/>
        </p:nvSpPr>
        <p:spPr>
          <a:xfrm>
            <a:off x="6690014" y="3066804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オリフィス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A69B0ACE-B846-7E9D-6B05-F5CA6511EB47}"/>
                  </a:ext>
                </a:extLst>
              </p:cNvPr>
              <p:cNvSpPr txBox="1"/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/>
                  <a:t>P1​</a:t>
                </a:r>
                <a:r>
                  <a:rPr lang="ja-JP" altLang="en-US" sz="1600" dirty="0"/>
                  <a:t>：ファン入口の静圧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P2​</a:t>
                </a:r>
                <a:r>
                  <a:rPr lang="ja-JP" altLang="en-US" sz="1600" dirty="0"/>
                  <a:t>：ファン出口の静圧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P3​</a:t>
                </a:r>
                <a:r>
                  <a:rPr lang="ja-JP" altLang="en-US" sz="1600" dirty="0"/>
                  <a:t>：オリフィス直前の静圧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P4​</a:t>
                </a:r>
                <a:r>
                  <a:rPr lang="ja-JP" altLang="en-US" sz="1600" dirty="0"/>
                  <a:t>：オリフィス直後の静圧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ja-JP" altLang="en-US" sz="1600" b="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1600" dirty="0"/>
                  <a:t>：ファン軸の回転数計</a:t>
                </a:r>
                <a:endParaRPr lang="en-US" altLang="ja-JP" sz="1600" dirty="0"/>
              </a:p>
              <a:p>
                <a:r>
                  <a:rPr lang="en-US" altLang="ja-JP" sz="1600" dirty="0"/>
                  <a:t>T</a:t>
                </a:r>
                <a:r>
                  <a:rPr lang="ja-JP" altLang="en-US" sz="1600" dirty="0"/>
                  <a:t>：モータとファンの間に挿入したトルク計</a:t>
                </a:r>
                <a:br>
                  <a:rPr lang="en-US" altLang="ja-JP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室内大気圧（気圧計）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室温（温度計）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B9DAA388-4DC4-0FE1-00D5-A321829CA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blipFill>
                <a:blip r:embed="rId10"/>
                <a:stretch>
                  <a:fillRect l="-796" t="-1462" b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C36A105-727F-AAD1-9C1D-0612CE6E7FAA}"/>
              </a:ext>
            </a:extLst>
          </p:cNvPr>
          <p:cNvSpPr txBox="1"/>
          <p:nvPr/>
        </p:nvSpPr>
        <p:spPr>
          <a:xfrm>
            <a:off x="9871239" y="4274651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バルブ</a:t>
            </a:r>
            <a:endParaRPr kumimoji="1" lang="ja-JP" altLang="en-US" sz="14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3AE9D92-36E5-9919-C4F4-793E155EF8AA}"/>
              </a:ext>
            </a:extLst>
          </p:cNvPr>
          <p:cNvSpPr txBox="1"/>
          <p:nvPr/>
        </p:nvSpPr>
        <p:spPr>
          <a:xfrm>
            <a:off x="2772320" y="3039667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モーター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3523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150</Words>
  <Application>Microsoft Office PowerPoint</Application>
  <PresentationFormat>ワイド画面</PresentationFormat>
  <Paragraphs>40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Dmitriy Bashutskiy</dc:creator>
  <cp:lastModifiedBy>Dmitriy Bashutskiy</cp:lastModifiedBy>
  <cp:revision>7</cp:revision>
  <dcterms:created xsi:type="dcterms:W3CDTF">2025-11-30T05:48:51Z</dcterms:created>
  <dcterms:modified xsi:type="dcterms:W3CDTF">2025-12-08T04:51:49Z</dcterms:modified>
</cp:coreProperties>
</file>