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713" autoAdjust="0"/>
  </p:normalViewPr>
  <p:slideViewPr>
    <p:cSldViewPr snapToGrid="0">
      <p:cViewPr varScale="1">
        <p:scale>
          <a:sx n="60" d="100"/>
          <a:sy n="60" d="100"/>
        </p:scale>
        <p:origin x="78" y="15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7F7019-C072-4AAE-5B9C-D492FB1F3C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A466955-3CE2-4C75-5341-BDCCF925DB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94C6FA-973C-26EB-5B06-49D7782E3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B012F-45BF-4C9A-ACD6-E7FE5E3F7EB0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AA06C9-28EF-2154-BCBD-A6F316DD9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3DA65B5-6143-EB52-70E5-C270C72D4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7A80C-568F-418A-90C9-7C7683FE601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9172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3FFAA6-4002-567F-7C7D-D04A3BCA4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7B07DA-C970-8CD5-31A6-462469F925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EA1674-9954-901F-898C-2C2E09CCC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B012F-45BF-4C9A-ACD6-E7FE5E3F7EB0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DEA1F4D-D8F6-990A-DA10-538764D5F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32179A0-E4D8-0B0C-EB1B-5473A98C7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7A80C-568F-418A-90C9-7C7683FE601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4726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449B62-1CB0-C829-36BD-55946DF79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0F7AEB6-4791-5C3E-1DBA-109EC91A13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891E96-9497-60DB-6EF0-C2EE0FD4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B012F-45BF-4C9A-ACD6-E7FE5E3F7EB0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4160D3-53F2-0889-CC70-099BFF35D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7CA3063-5D8B-075C-53B1-7810305A7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7A80C-568F-418A-90C9-7C7683FE601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7734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93AE77-7B0E-7D91-4EB5-11163777B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352AB45-2612-6DF0-F7AA-1BCAE45B44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FA4DB3D-CF0A-07CF-7A56-30BA3C40D7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320F256-A4B6-E1A4-E566-4D8439864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B012F-45BF-4C9A-ACD6-E7FE5E3F7EB0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8C64945-920A-A583-E6F5-D53AB1349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043C968-6401-CD8C-2880-7775D43DC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7A80C-568F-418A-90C9-7C7683FE601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1870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8ADAA0-69BD-5D12-B8E4-F4CC1B799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4774B0-17B1-0720-840D-67677F10D7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FAB3EEF-D08B-5159-B726-AE68D9E0B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35F3CBF-905D-CB10-0BE8-B8277C2ECD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BD47231-396A-883F-2325-8A98308AE8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A91A9AF-35BA-C6C4-6C5B-A99C497F7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B012F-45BF-4C9A-ACD6-E7FE5E3F7EB0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E99F4A6-6B07-A44F-AA2D-834283DB3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7F9F3C0-B248-8B51-C7D4-208736236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7A80C-568F-418A-90C9-7C7683FE601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299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9ED602-AF9F-884A-D7CF-150859514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9B3ACD4-809D-C7E4-BB92-E1E465430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B012F-45BF-4C9A-ACD6-E7FE5E3F7EB0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89B08C4-690E-ADE1-497B-248BEC153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6430423-688F-6AFB-0F34-F6C37FE11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7A80C-568F-418A-90C9-7C7683FE601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7669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098CCE1-7A39-8D94-B60C-A276B3846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B012F-45BF-4C9A-ACD6-E7FE5E3F7EB0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5AC75D5-F582-8BF3-7AC4-58EEBDAE4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9D43A74-9067-E215-D665-817FB6A0F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7A80C-568F-418A-90C9-7C7683FE601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8841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221377-7B55-78B8-910A-61CF62D9C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A852569-6886-BA99-1FE6-2B35813EC4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17C97BC-9414-44D7-DC71-03B92213D2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08913B7-2232-931A-5587-48221A724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B012F-45BF-4C9A-ACD6-E7FE5E3F7EB0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001601E-59CC-6B91-AB24-D21E8DD0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E32DDC3-10F2-960F-275C-CC4244B1D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7A80C-568F-418A-90C9-7C7683FE601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40609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F1D90B-CD20-D2FE-F86C-E60E92601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7FD2456-F70A-955D-E4AA-3DE5EADBE6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547C176-685A-D0E0-BEA7-0B268C4EED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1CE2E64-F1D9-1BBA-6679-965E66DD9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B012F-45BF-4C9A-ACD6-E7FE5E3F7EB0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0361E9A-ED52-47A7-D92A-3D58834CB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29C071-AC8B-9A13-E592-09FFFADCC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7A80C-568F-418A-90C9-7C7683FE601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5007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994E4C-CCB7-BF5F-C1EE-F1E4F3837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FCB9D7B-BBBC-D92C-D5A8-D47E08846B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8462DB-7B20-5390-551F-D118DCD03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B012F-45BF-4C9A-ACD6-E7FE5E3F7EB0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39D83C7-F946-AD5D-8889-B3A24EAD9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BF5C31-D77A-3FB0-6703-3F3581416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7A80C-568F-418A-90C9-7C7683FE601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6999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2532524-B162-E9AD-38BC-33F33B0E07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5E3DD2B-E80F-956A-2385-C7C5BB1268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38378F-7F51-B28B-5EE3-C11667941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B012F-45BF-4C9A-ACD6-E7FE5E3F7EB0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81A1DA4-C637-8A84-9AEA-4306913B7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A01B299-BFC6-CE70-AB5F-E21737E02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7A80C-568F-418A-90C9-7C7683FE601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9639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6DD3413-A20A-69A3-3588-ABFFA938B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0A6F788-7FB9-389D-0AED-0CB2EF244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D71025-640E-BB68-948C-D46D6B7995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9B012F-45BF-4C9A-ACD6-E7FE5E3F7EB0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B794C9-E94D-F59E-68F1-7B559523EC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E17B030-2463-A901-5233-A5839D70D3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D7A80C-568F-418A-90C9-7C7683FE601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0022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4FFE75A3-5836-007E-4934-7845C471E924}"/>
              </a:ext>
            </a:extLst>
          </p:cNvPr>
          <p:cNvCxnSpPr>
            <a:cxnSpLocks/>
          </p:cNvCxnSpPr>
          <p:nvPr/>
        </p:nvCxnSpPr>
        <p:spPr>
          <a:xfrm>
            <a:off x="560128" y="3384827"/>
            <a:ext cx="1109398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B7310791-F781-8AB6-3900-7AEBD5275A27}"/>
              </a:ext>
            </a:extLst>
          </p:cNvPr>
          <p:cNvCxnSpPr>
            <a:cxnSpLocks/>
          </p:cNvCxnSpPr>
          <p:nvPr/>
        </p:nvCxnSpPr>
        <p:spPr>
          <a:xfrm>
            <a:off x="560128" y="4217193"/>
            <a:ext cx="1109399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E20A0569-61A6-4F28-A034-B44EF58CF3FB}"/>
              </a:ext>
            </a:extLst>
          </p:cNvPr>
          <p:cNvCxnSpPr>
            <a:cxnSpLocks/>
          </p:cNvCxnSpPr>
          <p:nvPr/>
        </p:nvCxnSpPr>
        <p:spPr>
          <a:xfrm>
            <a:off x="9631105" y="3300122"/>
            <a:ext cx="1579539" cy="10597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16510A09-C54E-7A5E-1D48-ED2F624E944E}"/>
              </a:ext>
            </a:extLst>
          </p:cNvPr>
          <p:cNvCxnSpPr>
            <a:cxnSpLocks/>
          </p:cNvCxnSpPr>
          <p:nvPr/>
        </p:nvCxnSpPr>
        <p:spPr>
          <a:xfrm flipV="1">
            <a:off x="9631105" y="3300122"/>
            <a:ext cx="1579539" cy="10597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19298CED-9027-C1F4-13F3-B03E85ECBA79}"/>
              </a:ext>
            </a:extLst>
          </p:cNvPr>
          <p:cNvCxnSpPr>
            <a:cxnSpLocks/>
          </p:cNvCxnSpPr>
          <p:nvPr/>
        </p:nvCxnSpPr>
        <p:spPr>
          <a:xfrm flipV="1">
            <a:off x="9631105" y="3300122"/>
            <a:ext cx="0" cy="10597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4BB643C5-6268-CA36-D01A-27732A83C60B}"/>
              </a:ext>
            </a:extLst>
          </p:cNvPr>
          <p:cNvCxnSpPr>
            <a:cxnSpLocks/>
          </p:cNvCxnSpPr>
          <p:nvPr/>
        </p:nvCxnSpPr>
        <p:spPr>
          <a:xfrm flipV="1">
            <a:off x="11210643" y="3300122"/>
            <a:ext cx="0" cy="10597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DC50FB26-0098-45AC-7B11-CEE979664AE7}"/>
              </a:ext>
            </a:extLst>
          </p:cNvPr>
          <p:cNvCxnSpPr>
            <a:cxnSpLocks/>
          </p:cNvCxnSpPr>
          <p:nvPr/>
        </p:nvCxnSpPr>
        <p:spPr>
          <a:xfrm>
            <a:off x="10420875" y="3039279"/>
            <a:ext cx="0" cy="7907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D812AEC5-1811-C656-FE14-5DBC211D8101}"/>
              </a:ext>
            </a:extLst>
          </p:cNvPr>
          <p:cNvCxnSpPr>
            <a:cxnSpLocks/>
          </p:cNvCxnSpPr>
          <p:nvPr/>
        </p:nvCxnSpPr>
        <p:spPr>
          <a:xfrm>
            <a:off x="10119001" y="3039279"/>
            <a:ext cx="60374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328E6733-8958-2A34-40F3-276711D81C30}"/>
              </a:ext>
            </a:extLst>
          </p:cNvPr>
          <p:cNvSpPr/>
          <p:nvPr/>
        </p:nvSpPr>
        <p:spPr>
          <a:xfrm>
            <a:off x="2954388" y="3704508"/>
            <a:ext cx="735133" cy="2126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7CC267C3-CFA2-50B3-AEB8-37222A37854C}"/>
              </a:ext>
            </a:extLst>
          </p:cNvPr>
          <p:cNvSpPr/>
          <p:nvPr/>
        </p:nvSpPr>
        <p:spPr>
          <a:xfrm>
            <a:off x="1418360" y="3777227"/>
            <a:ext cx="182713" cy="57617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121F5C38-54F2-5ACF-2574-A94188D0E3F2}"/>
              </a:ext>
            </a:extLst>
          </p:cNvPr>
          <p:cNvCxnSpPr>
            <a:cxnSpLocks/>
            <a:stCxn id="25" idx="3"/>
            <a:endCxn id="24" idx="1"/>
          </p:cNvCxnSpPr>
          <p:nvPr/>
        </p:nvCxnSpPr>
        <p:spPr>
          <a:xfrm>
            <a:off x="1601074" y="3806036"/>
            <a:ext cx="1353315" cy="4805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楕円 27">
            <a:extLst>
              <a:ext uri="{FF2B5EF4-FFF2-40B4-BE49-F238E27FC236}">
                <a16:creationId xmlns:a16="http://schemas.microsoft.com/office/drawing/2014/main" id="{184E813B-D603-0834-3EA1-6A8DC483D551}"/>
              </a:ext>
            </a:extLst>
          </p:cNvPr>
          <p:cNvSpPr/>
          <p:nvPr/>
        </p:nvSpPr>
        <p:spPr>
          <a:xfrm>
            <a:off x="1444569" y="3426880"/>
            <a:ext cx="65147" cy="35034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BD8F67F0-E139-F8DA-60D2-B224484997EC}"/>
              </a:ext>
            </a:extLst>
          </p:cNvPr>
          <p:cNvSpPr/>
          <p:nvPr/>
        </p:nvSpPr>
        <p:spPr>
          <a:xfrm>
            <a:off x="1444565" y="3835425"/>
            <a:ext cx="65147" cy="35034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7272B5FC-AA1E-03C8-6279-DA7F8E2F22F8}"/>
              </a:ext>
            </a:extLst>
          </p:cNvPr>
          <p:cNvGrpSpPr/>
          <p:nvPr/>
        </p:nvGrpSpPr>
        <p:grpSpPr>
          <a:xfrm>
            <a:off x="878579" y="1183340"/>
            <a:ext cx="1248034" cy="1513739"/>
            <a:chOff x="1283002" y="2166613"/>
            <a:chExt cx="1127913" cy="1377402"/>
          </a:xfrm>
        </p:grpSpPr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E1DEF84E-1EF9-3141-E4EB-4E20162E31CE}"/>
                </a:ext>
              </a:extLst>
            </p:cNvPr>
            <p:cNvSpPr/>
            <p:nvPr/>
          </p:nvSpPr>
          <p:spPr>
            <a:xfrm>
              <a:off x="1283002" y="2987354"/>
              <a:ext cx="669944" cy="55666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四角形: 角を丸くする 42">
              <a:extLst>
                <a:ext uri="{FF2B5EF4-FFF2-40B4-BE49-F238E27FC236}">
                  <a16:creationId xmlns:a16="http://schemas.microsoft.com/office/drawing/2014/main" id="{1C442F68-09AB-6837-521B-CE7C8C50086F}"/>
                </a:ext>
              </a:extLst>
            </p:cNvPr>
            <p:cNvSpPr/>
            <p:nvPr/>
          </p:nvSpPr>
          <p:spPr>
            <a:xfrm>
              <a:off x="1299917" y="2704255"/>
              <a:ext cx="636040" cy="54129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四角形: 角を丸くする 43">
              <a:extLst>
                <a:ext uri="{FF2B5EF4-FFF2-40B4-BE49-F238E27FC236}">
                  <a16:creationId xmlns:a16="http://schemas.microsoft.com/office/drawing/2014/main" id="{A898533B-18D5-3722-CEC5-02FF0EFFBB01}"/>
                </a:ext>
              </a:extLst>
            </p:cNvPr>
            <p:cNvSpPr/>
            <p:nvPr/>
          </p:nvSpPr>
          <p:spPr>
            <a:xfrm>
              <a:off x="1595077" y="2570006"/>
              <a:ext cx="45719" cy="864394"/>
            </a:xfrm>
            <a:prstGeom prst="roundRect">
              <a:avLst>
                <a:gd name="adj" fmla="val 39485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四角形: 角を丸くする 44">
              <a:extLst>
                <a:ext uri="{FF2B5EF4-FFF2-40B4-BE49-F238E27FC236}">
                  <a16:creationId xmlns:a16="http://schemas.microsoft.com/office/drawing/2014/main" id="{728640DD-F21E-7EB1-E805-F4B29272693C}"/>
                </a:ext>
              </a:extLst>
            </p:cNvPr>
            <p:cNvSpPr/>
            <p:nvPr/>
          </p:nvSpPr>
          <p:spPr>
            <a:xfrm>
              <a:off x="1595077" y="2909414"/>
              <a:ext cx="45719" cy="590393"/>
            </a:xfrm>
            <a:prstGeom prst="roundRect">
              <a:avLst>
                <a:gd name="adj" fmla="val 39485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D5C9E89C-29E1-1806-FB72-E7F18E803D1A}"/>
                    </a:ext>
                  </a:extLst>
                </p:cNvPr>
                <p:cNvSpPr txBox="1"/>
                <p:nvPr/>
              </p:nvSpPr>
              <p:spPr>
                <a:xfrm>
                  <a:off x="1476551" y="2166614"/>
                  <a:ext cx="484161" cy="25205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𝑎𝑡𝑚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D5C9E89C-29E1-1806-FB72-E7F18E803D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551" y="2166614"/>
                  <a:ext cx="484161" cy="252051"/>
                </a:xfrm>
                <a:prstGeom prst="rect">
                  <a:avLst/>
                </a:prstGeom>
                <a:blipFill>
                  <a:blip r:embed="rId2"/>
                  <a:stretch>
                    <a:fillRect l="-9091" r="-1136" b="-239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四角形: 角を丸くする 46">
              <a:extLst>
                <a:ext uri="{FF2B5EF4-FFF2-40B4-BE49-F238E27FC236}">
                  <a16:creationId xmlns:a16="http://schemas.microsoft.com/office/drawing/2014/main" id="{BC94D04E-FB41-EFCC-8429-6A83EE0FFE4E}"/>
                </a:ext>
              </a:extLst>
            </p:cNvPr>
            <p:cNvSpPr/>
            <p:nvPr/>
          </p:nvSpPr>
          <p:spPr>
            <a:xfrm>
              <a:off x="2350984" y="2576097"/>
              <a:ext cx="45719" cy="864394"/>
            </a:xfrm>
            <a:prstGeom prst="roundRect">
              <a:avLst>
                <a:gd name="adj" fmla="val 39485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四角形: 角を丸くする 47">
              <a:extLst>
                <a:ext uri="{FF2B5EF4-FFF2-40B4-BE49-F238E27FC236}">
                  <a16:creationId xmlns:a16="http://schemas.microsoft.com/office/drawing/2014/main" id="{E48FD4A7-C9DC-8E34-665C-62E7FE3C37AB}"/>
                </a:ext>
              </a:extLst>
            </p:cNvPr>
            <p:cNvSpPr/>
            <p:nvPr/>
          </p:nvSpPr>
          <p:spPr>
            <a:xfrm>
              <a:off x="2350984" y="3376180"/>
              <a:ext cx="45719" cy="59939"/>
            </a:xfrm>
            <a:prstGeom prst="roundRect">
              <a:avLst>
                <a:gd name="adj" fmla="val 39485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CE69697E-FFA2-1322-5ED9-75E6454325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74398" y="2909414"/>
              <a:ext cx="0" cy="519586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直線コネクタ 49">
              <a:extLst>
                <a:ext uri="{FF2B5EF4-FFF2-40B4-BE49-F238E27FC236}">
                  <a16:creationId xmlns:a16="http://schemas.microsoft.com/office/drawing/2014/main" id="{0F177D35-8C79-EB34-ACA3-D86A2CB2E5BA}"/>
                </a:ext>
              </a:extLst>
            </p:cNvPr>
            <p:cNvCxnSpPr>
              <a:stCxn id="47" idx="1"/>
              <a:endCxn id="47" idx="3"/>
            </p:cNvCxnSpPr>
            <p:nvPr/>
          </p:nvCxnSpPr>
          <p:spPr>
            <a:xfrm>
              <a:off x="2350984" y="3008294"/>
              <a:ext cx="45719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1DF01468-8A34-BC30-7100-8572A4861BB6}"/>
                </a:ext>
              </a:extLst>
            </p:cNvPr>
            <p:cNvCxnSpPr/>
            <p:nvPr/>
          </p:nvCxnSpPr>
          <p:spPr>
            <a:xfrm>
              <a:off x="2350982" y="3063064"/>
              <a:ext cx="45719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線コネクタ 51">
              <a:extLst>
                <a:ext uri="{FF2B5EF4-FFF2-40B4-BE49-F238E27FC236}">
                  <a16:creationId xmlns:a16="http://schemas.microsoft.com/office/drawing/2014/main" id="{397BA4F8-099A-9585-E935-0D58C8558AA0}"/>
                </a:ext>
              </a:extLst>
            </p:cNvPr>
            <p:cNvCxnSpPr/>
            <p:nvPr/>
          </p:nvCxnSpPr>
          <p:spPr>
            <a:xfrm>
              <a:off x="2354683" y="3112874"/>
              <a:ext cx="45719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4F3DCE78-899B-11D5-1E00-47C2AA5AD5FD}"/>
                </a:ext>
              </a:extLst>
            </p:cNvPr>
            <p:cNvCxnSpPr/>
            <p:nvPr/>
          </p:nvCxnSpPr>
          <p:spPr>
            <a:xfrm>
              <a:off x="2350981" y="2898283"/>
              <a:ext cx="45719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直線コネクタ 53">
              <a:extLst>
                <a:ext uri="{FF2B5EF4-FFF2-40B4-BE49-F238E27FC236}">
                  <a16:creationId xmlns:a16="http://schemas.microsoft.com/office/drawing/2014/main" id="{24452664-1715-2595-9B70-D22D19E923D6}"/>
                </a:ext>
              </a:extLst>
            </p:cNvPr>
            <p:cNvCxnSpPr/>
            <p:nvPr/>
          </p:nvCxnSpPr>
          <p:spPr>
            <a:xfrm>
              <a:off x="2350979" y="2953053"/>
              <a:ext cx="45719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直線コネクタ 54">
              <a:extLst>
                <a:ext uri="{FF2B5EF4-FFF2-40B4-BE49-F238E27FC236}">
                  <a16:creationId xmlns:a16="http://schemas.microsoft.com/office/drawing/2014/main" id="{9A4B3D1F-A656-54A3-A1F0-8AF17A69920E}"/>
                </a:ext>
              </a:extLst>
            </p:cNvPr>
            <p:cNvCxnSpPr/>
            <p:nvPr/>
          </p:nvCxnSpPr>
          <p:spPr>
            <a:xfrm>
              <a:off x="2350982" y="3219023"/>
              <a:ext cx="45719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直線コネクタ 55">
              <a:extLst>
                <a:ext uri="{FF2B5EF4-FFF2-40B4-BE49-F238E27FC236}">
                  <a16:creationId xmlns:a16="http://schemas.microsoft.com/office/drawing/2014/main" id="{19DD3826-446F-04E2-B725-19381FFCFC48}"/>
                </a:ext>
              </a:extLst>
            </p:cNvPr>
            <p:cNvCxnSpPr/>
            <p:nvPr/>
          </p:nvCxnSpPr>
          <p:spPr>
            <a:xfrm>
              <a:off x="2350980" y="3273793"/>
              <a:ext cx="45719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直線コネクタ 56">
              <a:extLst>
                <a:ext uri="{FF2B5EF4-FFF2-40B4-BE49-F238E27FC236}">
                  <a16:creationId xmlns:a16="http://schemas.microsoft.com/office/drawing/2014/main" id="{4D79D9F9-8D7A-6094-84C2-AE7B5AD513E1}"/>
                </a:ext>
              </a:extLst>
            </p:cNvPr>
            <p:cNvCxnSpPr/>
            <p:nvPr/>
          </p:nvCxnSpPr>
          <p:spPr>
            <a:xfrm>
              <a:off x="2354681" y="3323603"/>
              <a:ext cx="45719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線コネクタ 57">
              <a:extLst>
                <a:ext uri="{FF2B5EF4-FFF2-40B4-BE49-F238E27FC236}">
                  <a16:creationId xmlns:a16="http://schemas.microsoft.com/office/drawing/2014/main" id="{254E30DD-909C-1C12-D291-A6F7D08A5F40}"/>
                </a:ext>
              </a:extLst>
            </p:cNvPr>
            <p:cNvCxnSpPr/>
            <p:nvPr/>
          </p:nvCxnSpPr>
          <p:spPr>
            <a:xfrm>
              <a:off x="2350977" y="3163782"/>
              <a:ext cx="45719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直線コネクタ 58">
              <a:extLst>
                <a:ext uri="{FF2B5EF4-FFF2-40B4-BE49-F238E27FC236}">
                  <a16:creationId xmlns:a16="http://schemas.microsoft.com/office/drawing/2014/main" id="{2430232B-EDFB-5D11-4809-FD8D079399A0}"/>
                </a:ext>
              </a:extLst>
            </p:cNvPr>
            <p:cNvCxnSpPr/>
            <p:nvPr/>
          </p:nvCxnSpPr>
          <p:spPr>
            <a:xfrm>
              <a:off x="2350978" y="2636820"/>
              <a:ext cx="45719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789279A6-C9BE-6849-182A-24E6EB555917}"/>
                </a:ext>
              </a:extLst>
            </p:cNvPr>
            <p:cNvCxnSpPr/>
            <p:nvPr/>
          </p:nvCxnSpPr>
          <p:spPr>
            <a:xfrm>
              <a:off x="2354679" y="2686630"/>
              <a:ext cx="45719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直線コネクタ 60">
              <a:extLst>
                <a:ext uri="{FF2B5EF4-FFF2-40B4-BE49-F238E27FC236}">
                  <a16:creationId xmlns:a16="http://schemas.microsoft.com/office/drawing/2014/main" id="{E32A065F-D2C0-611B-E2D1-5D76204AA0BE}"/>
                </a:ext>
              </a:extLst>
            </p:cNvPr>
            <p:cNvCxnSpPr/>
            <p:nvPr/>
          </p:nvCxnSpPr>
          <p:spPr>
            <a:xfrm>
              <a:off x="2350978" y="2792779"/>
              <a:ext cx="45719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直線コネクタ 61">
              <a:extLst>
                <a:ext uri="{FF2B5EF4-FFF2-40B4-BE49-F238E27FC236}">
                  <a16:creationId xmlns:a16="http://schemas.microsoft.com/office/drawing/2014/main" id="{14EFC26C-D880-FBDA-653E-DBF7865C540F}"/>
                </a:ext>
              </a:extLst>
            </p:cNvPr>
            <p:cNvCxnSpPr/>
            <p:nvPr/>
          </p:nvCxnSpPr>
          <p:spPr>
            <a:xfrm>
              <a:off x="2350976" y="2847549"/>
              <a:ext cx="45719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直線コネクタ 62">
              <a:extLst>
                <a:ext uri="{FF2B5EF4-FFF2-40B4-BE49-F238E27FC236}">
                  <a16:creationId xmlns:a16="http://schemas.microsoft.com/office/drawing/2014/main" id="{1131F88E-303A-B0FC-7EFB-D8935BA397FE}"/>
                </a:ext>
              </a:extLst>
            </p:cNvPr>
            <p:cNvCxnSpPr/>
            <p:nvPr/>
          </p:nvCxnSpPr>
          <p:spPr>
            <a:xfrm>
              <a:off x="2350973" y="2737538"/>
              <a:ext cx="45719" cy="0"/>
            </a:xfrm>
            <a:prstGeom prst="line">
              <a:avLst/>
            </a:prstGeom>
            <a:ln w="63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テキスト ボックス 63">
                  <a:extLst>
                    <a:ext uri="{FF2B5EF4-FFF2-40B4-BE49-F238E27FC236}">
                      <a16:creationId xmlns:a16="http://schemas.microsoft.com/office/drawing/2014/main" id="{D5439D06-E28E-A04C-4000-8E1A7C41B942}"/>
                    </a:ext>
                  </a:extLst>
                </p:cNvPr>
                <p:cNvSpPr txBox="1"/>
                <p:nvPr/>
              </p:nvSpPr>
              <p:spPr>
                <a:xfrm>
                  <a:off x="2228087" y="2166613"/>
                  <a:ext cx="182828" cy="25205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>
            <p:sp>
              <p:nvSpPr>
                <p:cNvPr id="64" name="テキスト ボックス 63">
                  <a:extLst>
                    <a:ext uri="{FF2B5EF4-FFF2-40B4-BE49-F238E27FC236}">
                      <a16:creationId xmlns:a16="http://schemas.microsoft.com/office/drawing/2014/main" id="{D5439D06-E28E-A04C-4000-8E1A7C41B9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28087" y="2166613"/>
                  <a:ext cx="182828" cy="252051"/>
                </a:xfrm>
                <a:prstGeom prst="rect">
                  <a:avLst/>
                </a:prstGeom>
                <a:blipFill>
                  <a:blip r:embed="rId3"/>
                  <a:stretch>
                    <a:fillRect l="-27273" r="-18182" b="-65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フローチャート: 結合子 1">
                <a:extLst>
                  <a:ext uri="{FF2B5EF4-FFF2-40B4-BE49-F238E27FC236}">
                    <a16:creationId xmlns:a16="http://schemas.microsoft.com/office/drawing/2014/main" id="{F3D8E17F-592F-41DE-6CDB-210EAC1C50BB}"/>
                  </a:ext>
                </a:extLst>
              </p:cNvPr>
              <p:cNvSpPr/>
              <p:nvPr/>
            </p:nvSpPr>
            <p:spPr>
              <a:xfrm>
                <a:off x="560128" y="4563246"/>
                <a:ext cx="796679" cy="791266"/>
              </a:xfrm>
              <a:prstGeom prst="flowChartConnec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" name="フローチャート: 結合子 1">
                <a:extLst>
                  <a:ext uri="{FF2B5EF4-FFF2-40B4-BE49-F238E27FC236}">
                    <a16:creationId xmlns:a16="http://schemas.microsoft.com/office/drawing/2014/main" id="{F3D8E17F-592F-41DE-6CDB-210EAC1C50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128" y="4563246"/>
                <a:ext cx="796679" cy="791266"/>
              </a:xfrm>
              <a:prstGeom prst="flowChartConnector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FCDDBC6-8DDC-F1D6-8792-5711A3F05513}"/>
              </a:ext>
            </a:extLst>
          </p:cNvPr>
          <p:cNvCxnSpPr>
            <a:stCxn id="2" idx="0"/>
          </p:cNvCxnSpPr>
          <p:nvPr/>
        </p:nvCxnSpPr>
        <p:spPr>
          <a:xfrm flipV="1">
            <a:off x="958467" y="4209351"/>
            <a:ext cx="0" cy="3538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フローチャート: 結合子 7">
                <a:extLst>
                  <a:ext uri="{FF2B5EF4-FFF2-40B4-BE49-F238E27FC236}">
                    <a16:creationId xmlns:a16="http://schemas.microsoft.com/office/drawing/2014/main" id="{556FD70E-9DB9-B3AE-AB1F-D9234807E6EA}"/>
                  </a:ext>
                </a:extLst>
              </p:cNvPr>
              <p:cNvSpPr/>
              <p:nvPr/>
            </p:nvSpPr>
            <p:spPr>
              <a:xfrm>
                <a:off x="3543556" y="4563246"/>
                <a:ext cx="796679" cy="791266"/>
              </a:xfrm>
              <a:prstGeom prst="flowChartConnec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8" name="フローチャート: 結合子 7">
                <a:extLst>
                  <a:ext uri="{FF2B5EF4-FFF2-40B4-BE49-F238E27FC236}">
                    <a16:creationId xmlns:a16="http://schemas.microsoft.com/office/drawing/2014/main" id="{556FD70E-9DB9-B3AE-AB1F-D9234807E6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3556" y="4563246"/>
                <a:ext cx="796679" cy="791266"/>
              </a:xfrm>
              <a:prstGeom prst="flowChartConnector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451C16DE-5350-F982-8724-9973A552B9AA}"/>
              </a:ext>
            </a:extLst>
          </p:cNvPr>
          <p:cNvCxnSpPr>
            <a:stCxn id="8" idx="0"/>
          </p:cNvCxnSpPr>
          <p:nvPr/>
        </p:nvCxnSpPr>
        <p:spPr>
          <a:xfrm flipV="1">
            <a:off x="3941896" y="4209351"/>
            <a:ext cx="0" cy="3538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フローチャート: 結合子 14">
                <a:extLst>
                  <a:ext uri="{FF2B5EF4-FFF2-40B4-BE49-F238E27FC236}">
                    <a16:creationId xmlns:a16="http://schemas.microsoft.com/office/drawing/2014/main" id="{B8560F68-5F50-CFEE-C908-3E8D5790A740}"/>
                  </a:ext>
                </a:extLst>
              </p:cNvPr>
              <p:cNvSpPr/>
              <p:nvPr/>
            </p:nvSpPr>
            <p:spPr>
              <a:xfrm>
                <a:off x="1405626" y="4185192"/>
                <a:ext cx="796679" cy="791266"/>
              </a:xfrm>
              <a:prstGeom prst="flowChartConnec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ja-JP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5" name="フローチャート: 結合子 14">
                <a:extLst>
                  <a:ext uri="{FF2B5EF4-FFF2-40B4-BE49-F238E27FC236}">
                    <a16:creationId xmlns:a16="http://schemas.microsoft.com/office/drawing/2014/main" id="{B8560F68-5F50-CFEE-C908-3E8D5790A7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5626" y="4185192"/>
                <a:ext cx="796679" cy="791266"/>
              </a:xfrm>
              <a:prstGeom prst="flowChartConnector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565428C-7E8A-B197-E4BD-0F4F1E562120}"/>
              </a:ext>
            </a:extLst>
          </p:cNvPr>
          <p:cNvCxnSpPr>
            <a:stCxn id="15" idx="0"/>
          </p:cNvCxnSpPr>
          <p:nvPr/>
        </p:nvCxnSpPr>
        <p:spPr>
          <a:xfrm flipV="1">
            <a:off x="1803965" y="3831297"/>
            <a:ext cx="0" cy="3538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フローチャート: 結合子 18">
                <a:extLst>
                  <a:ext uri="{FF2B5EF4-FFF2-40B4-BE49-F238E27FC236}">
                    <a16:creationId xmlns:a16="http://schemas.microsoft.com/office/drawing/2014/main" id="{C9B9904E-9B28-9344-CCA6-C72C788A02F0}"/>
                  </a:ext>
                </a:extLst>
              </p:cNvPr>
              <p:cNvSpPr/>
              <p:nvPr/>
            </p:nvSpPr>
            <p:spPr>
              <a:xfrm>
                <a:off x="2251123" y="4183881"/>
                <a:ext cx="796679" cy="791266"/>
              </a:xfrm>
              <a:prstGeom prst="flowChartConnec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kumimoji="1" lang="ja-JP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フローチャート: 結合子 18">
                <a:extLst>
                  <a:ext uri="{FF2B5EF4-FFF2-40B4-BE49-F238E27FC236}">
                    <a16:creationId xmlns:a16="http://schemas.microsoft.com/office/drawing/2014/main" id="{C9B9904E-9B28-9344-CCA6-C72C788A02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1123" y="4183881"/>
                <a:ext cx="796679" cy="791266"/>
              </a:xfrm>
              <a:prstGeom prst="flowChartConnector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55B9C1C4-EC24-7306-7278-D6A701D77E29}"/>
              </a:ext>
            </a:extLst>
          </p:cNvPr>
          <p:cNvCxnSpPr>
            <a:stCxn id="19" idx="0"/>
          </p:cNvCxnSpPr>
          <p:nvPr/>
        </p:nvCxnSpPr>
        <p:spPr>
          <a:xfrm flipV="1">
            <a:off x="2649463" y="3829986"/>
            <a:ext cx="0" cy="3538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C2183680-032F-CF2F-1C88-BE2FDCBDBAD9}"/>
              </a:ext>
            </a:extLst>
          </p:cNvPr>
          <p:cNvSpPr/>
          <p:nvPr/>
        </p:nvSpPr>
        <p:spPr>
          <a:xfrm>
            <a:off x="7022153" y="3390267"/>
            <a:ext cx="434990" cy="81668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楕円 29">
            <a:extLst>
              <a:ext uri="{FF2B5EF4-FFF2-40B4-BE49-F238E27FC236}">
                <a16:creationId xmlns:a16="http://schemas.microsoft.com/office/drawing/2014/main" id="{6C5480F1-113A-506B-2768-F818AB5288C5}"/>
              </a:ext>
            </a:extLst>
          </p:cNvPr>
          <p:cNvSpPr/>
          <p:nvPr/>
        </p:nvSpPr>
        <p:spPr>
          <a:xfrm>
            <a:off x="7168568" y="3646200"/>
            <a:ext cx="149198" cy="31967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フローチャート: 結合子 30">
                <a:extLst>
                  <a:ext uri="{FF2B5EF4-FFF2-40B4-BE49-F238E27FC236}">
                    <a16:creationId xmlns:a16="http://schemas.microsoft.com/office/drawing/2014/main" id="{361F4FAE-71F0-EE38-1E60-434344BDDF6C}"/>
                  </a:ext>
                </a:extLst>
              </p:cNvPr>
              <p:cNvSpPr/>
              <p:nvPr/>
            </p:nvSpPr>
            <p:spPr>
              <a:xfrm>
                <a:off x="5941114" y="4563245"/>
                <a:ext cx="796679" cy="791266"/>
              </a:xfrm>
              <a:prstGeom prst="flowChartConnec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1" name="フローチャート: 結合子 30">
                <a:extLst>
                  <a:ext uri="{FF2B5EF4-FFF2-40B4-BE49-F238E27FC236}">
                    <a16:creationId xmlns:a16="http://schemas.microsoft.com/office/drawing/2014/main" id="{361F4FAE-71F0-EE38-1E60-434344BDDF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1114" y="4563245"/>
                <a:ext cx="796679" cy="791266"/>
              </a:xfrm>
              <a:prstGeom prst="flowChartConnector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F0D0A8DE-8E32-6AA8-CE33-E1BA89854B0D}"/>
              </a:ext>
            </a:extLst>
          </p:cNvPr>
          <p:cNvCxnSpPr>
            <a:stCxn id="31" idx="0"/>
          </p:cNvCxnSpPr>
          <p:nvPr/>
        </p:nvCxnSpPr>
        <p:spPr>
          <a:xfrm flipV="1">
            <a:off x="6339454" y="4209350"/>
            <a:ext cx="0" cy="3538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フローチャート: 結合子 35">
                <a:extLst>
                  <a:ext uri="{FF2B5EF4-FFF2-40B4-BE49-F238E27FC236}">
                    <a16:creationId xmlns:a16="http://schemas.microsoft.com/office/drawing/2014/main" id="{A6A21D20-930A-82FE-4135-6C409A784920}"/>
                  </a:ext>
                </a:extLst>
              </p:cNvPr>
              <p:cNvSpPr/>
              <p:nvPr/>
            </p:nvSpPr>
            <p:spPr>
              <a:xfrm>
                <a:off x="7484764" y="4560844"/>
                <a:ext cx="796679" cy="791266"/>
              </a:xfrm>
              <a:prstGeom prst="flowChartConnec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36" name="フローチャート: 結合子 35">
                <a:extLst>
                  <a:ext uri="{FF2B5EF4-FFF2-40B4-BE49-F238E27FC236}">
                    <a16:creationId xmlns:a16="http://schemas.microsoft.com/office/drawing/2014/main" id="{A6A21D20-930A-82FE-4135-6C409A7849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4764" y="4560844"/>
                <a:ext cx="796679" cy="791266"/>
              </a:xfrm>
              <a:prstGeom prst="flowChartConnector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CFB46A3B-9156-F5D8-AB5B-874199F9280A}"/>
              </a:ext>
            </a:extLst>
          </p:cNvPr>
          <p:cNvCxnSpPr>
            <a:stCxn id="36" idx="0"/>
          </p:cNvCxnSpPr>
          <p:nvPr/>
        </p:nvCxnSpPr>
        <p:spPr>
          <a:xfrm flipV="1">
            <a:off x="7883104" y="4206949"/>
            <a:ext cx="0" cy="3538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FE3526F-CE01-7112-76CA-5DE0F433F11F}"/>
              </a:ext>
            </a:extLst>
          </p:cNvPr>
          <p:cNvSpPr txBox="1"/>
          <p:nvPr/>
        </p:nvSpPr>
        <p:spPr>
          <a:xfrm>
            <a:off x="1739423" y="831898"/>
            <a:ext cx="7287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/>
              <a:t>温度計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08D381ED-ED01-72CA-8AF9-1543AEB4BEA6}"/>
              </a:ext>
            </a:extLst>
          </p:cNvPr>
          <p:cNvSpPr txBox="1"/>
          <p:nvPr/>
        </p:nvSpPr>
        <p:spPr>
          <a:xfrm>
            <a:off x="910092" y="832993"/>
            <a:ext cx="7287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/>
              <a:t>気圧計</a:t>
            </a:r>
            <a:endParaRPr kumimoji="1" lang="ja-JP" altLang="en-US" sz="1400" dirty="0"/>
          </a:p>
        </p:txBody>
      </p:sp>
      <p:sp>
        <p:nvSpPr>
          <p:cNvPr id="69" name="矢印: 右 68">
            <a:extLst>
              <a:ext uri="{FF2B5EF4-FFF2-40B4-BE49-F238E27FC236}">
                <a16:creationId xmlns:a16="http://schemas.microsoft.com/office/drawing/2014/main" id="{6F64331F-6882-5829-3693-C1779F836339}"/>
              </a:ext>
            </a:extLst>
          </p:cNvPr>
          <p:cNvSpPr/>
          <p:nvPr/>
        </p:nvSpPr>
        <p:spPr>
          <a:xfrm>
            <a:off x="4759419" y="3646200"/>
            <a:ext cx="829612" cy="35034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4111596F-D64F-8DB2-8AE7-828008F3A1AF}"/>
              </a:ext>
            </a:extLst>
          </p:cNvPr>
          <p:cNvSpPr txBox="1"/>
          <p:nvPr/>
        </p:nvSpPr>
        <p:spPr>
          <a:xfrm>
            <a:off x="6690014" y="3066804"/>
            <a:ext cx="1099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/>
              <a:t>オリフィス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テキスト ボックス 70">
                <a:extLst>
                  <a:ext uri="{FF2B5EF4-FFF2-40B4-BE49-F238E27FC236}">
                    <a16:creationId xmlns:a16="http://schemas.microsoft.com/office/drawing/2014/main" id="{B9DAA388-4DC4-0FE1-00D5-A321829CA2D7}"/>
                  </a:ext>
                </a:extLst>
              </p:cNvPr>
              <p:cNvSpPr txBox="1"/>
              <p:nvPr/>
            </p:nvSpPr>
            <p:spPr>
              <a:xfrm>
                <a:off x="5174224" y="426576"/>
                <a:ext cx="4599969" cy="20865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600" dirty="0"/>
                  <a:t>P1​</a:t>
                </a:r>
                <a:r>
                  <a:rPr lang="ja-JP" altLang="en-US" sz="1600" dirty="0"/>
                  <a:t>：ファン入口の静圧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ja-JP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ja-JP" altLang="en-US" sz="1600" b="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ja-JP" altLang="en-US" sz="1600" b="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ja-JP" sz="16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ja-JP" sz="1600" dirty="0"/>
              </a:p>
              <a:p>
                <a:r>
                  <a:rPr lang="en-US" altLang="ja-JP" sz="1600" dirty="0"/>
                  <a:t>P2​</a:t>
                </a:r>
                <a:r>
                  <a:rPr lang="ja-JP" altLang="en-US" sz="1600" dirty="0"/>
                  <a:t>：ファン出口の静圧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ja-JP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ja-JP" altLang="en-US" sz="1600" b="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ja-JP" altLang="en-US" sz="1600" b="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ja-JP" sz="1600" b="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altLang="ja-JP" sz="1600" dirty="0"/>
              </a:p>
              <a:p>
                <a:r>
                  <a:rPr lang="en-US" altLang="ja-JP" sz="1600" dirty="0"/>
                  <a:t>P3​</a:t>
                </a:r>
                <a:r>
                  <a:rPr lang="ja-JP" altLang="en-US" sz="1600" dirty="0"/>
                  <a:t>：オリフィス直前の静圧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ja-JP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ja-JP" altLang="en-US" sz="1600" b="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ja-JP" altLang="en-US" sz="1600" b="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altLang="ja-JP" sz="1600" dirty="0"/>
              </a:p>
              <a:p>
                <a:r>
                  <a:rPr lang="en-US" altLang="ja-JP" sz="1600" dirty="0"/>
                  <a:t>P4​</a:t>
                </a:r>
                <a:r>
                  <a:rPr lang="ja-JP" altLang="en-US" sz="1600" dirty="0"/>
                  <a:t>：オリフィス直後の静圧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ja-JP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ja-JP" altLang="en-US" sz="1600" b="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ja-JP" altLang="en-US" sz="1600" b="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altLang="ja-JP" sz="16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en-US" altLang="ja-JP" sz="1600" dirty="0"/>
              </a:p>
              <a:p>
                <a14:m>
                  <m:oMath xmlns:m="http://schemas.openxmlformats.org/officeDocument/2006/math">
                    <m:r>
                      <a:rPr lang="ja-JP" altLang="en-US" sz="1600" b="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1600" dirty="0"/>
                  <a:t>：ファン軸の回転数計</a:t>
                </a:r>
                <a:endParaRPr lang="en-US" altLang="ja-JP" sz="1600" dirty="0"/>
              </a:p>
              <a:p>
                <a:r>
                  <a:rPr lang="en-US" altLang="ja-JP" sz="1600" dirty="0"/>
                  <a:t>T</a:t>
                </a:r>
                <a:r>
                  <a:rPr lang="ja-JP" altLang="en-US" sz="1600" dirty="0"/>
                  <a:t>：モータとファンの間に挿入したトルク計</a:t>
                </a:r>
                <a:br>
                  <a:rPr lang="en-US" altLang="ja-JP" sz="16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1600" i="1">
                            <a:latin typeface="Cambria Math" panose="02040503050406030204" pitchFamily="18" charset="0"/>
                          </a:rPr>
                          <m:t>𝑎𝑡𝑚</m:t>
                        </m:r>
                      </m:sub>
                    </m:sSub>
                  </m:oMath>
                </a14:m>
                <a:r>
                  <a:rPr lang="ja-JP" altLang="ar-AE" sz="1600" dirty="0"/>
                  <a:t>：</a:t>
                </a:r>
                <a:r>
                  <a:rPr lang="ja-JP" altLang="en-US" sz="1600" dirty="0"/>
                  <a:t>室内大気圧（気圧計）</a:t>
                </a:r>
                <a:endParaRPr lang="en-US" altLang="ja-JP" sz="1600" dirty="0"/>
              </a:p>
              <a:p>
                <a14:m>
                  <m:oMath xmlns:m="http://schemas.openxmlformats.org/officeDocument/2006/math">
                    <m:r>
                      <a:rPr lang="en-US" altLang="ja-JP" sz="160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ja-JP" altLang="ar-AE" sz="1600" dirty="0"/>
                  <a:t>：</a:t>
                </a:r>
                <a:r>
                  <a:rPr lang="ja-JP" altLang="en-US" sz="1600" dirty="0"/>
                  <a:t>室温（温度計）</a:t>
                </a:r>
                <a:endParaRPr kumimoji="1" lang="ja-JP" altLang="en-US" sz="1600" dirty="0"/>
              </a:p>
            </p:txBody>
          </p:sp>
        </mc:Choice>
        <mc:Fallback>
          <p:sp>
            <p:nvSpPr>
              <p:cNvPr id="71" name="テキスト ボックス 70">
                <a:extLst>
                  <a:ext uri="{FF2B5EF4-FFF2-40B4-BE49-F238E27FC236}">
                    <a16:creationId xmlns:a16="http://schemas.microsoft.com/office/drawing/2014/main" id="{B9DAA388-4DC4-0FE1-00D5-A321829CA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4224" y="426576"/>
                <a:ext cx="4599969" cy="2086533"/>
              </a:xfrm>
              <a:prstGeom prst="rect">
                <a:avLst/>
              </a:prstGeom>
              <a:blipFill>
                <a:blip r:embed="rId10"/>
                <a:stretch>
                  <a:fillRect l="-796" t="-1462" b="-175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DE1DC516-BE7D-3DAE-01D3-5C8C3381029E}"/>
              </a:ext>
            </a:extLst>
          </p:cNvPr>
          <p:cNvSpPr txBox="1"/>
          <p:nvPr/>
        </p:nvSpPr>
        <p:spPr>
          <a:xfrm>
            <a:off x="9871239" y="4274651"/>
            <a:ext cx="1099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400" dirty="0"/>
              <a:t>バルブ</a:t>
            </a:r>
            <a:endParaRPr kumimoji="1" lang="ja-JP" altLang="en-US" sz="1400" dirty="0"/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9E4FDC9A-130B-80C8-C2C3-A5EE28F2632D}"/>
              </a:ext>
            </a:extLst>
          </p:cNvPr>
          <p:cNvSpPr txBox="1"/>
          <p:nvPr/>
        </p:nvSpPr>
        <p:spPr>
          <a:xfrm>
            <a:off x="2772320" y="3039667"/>
            <a:ext cx="1099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400" dirty="0"/>
              <a:t>モーター</a:t>
            </a:r>
            <a:endParaRPr kumimoji="1"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224032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75</Words>
  <Application>Microsoft Office PowerPoint</Application>
  <PresentationFormat>ワイド画面</PresentationFormat>
  <Paragraphs>20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Dmitriy Bashutskiy</dc:creator>
  <cp:lastModifiedBy>Dmitriy Bashutskiy</cp:lastModifiedBy>
  <cp:revision>6</cp:revision>
  <dcterms:created xsi:type="dcterms:W3CDTF">2025-11-30T05:48:51Z</dcterms:created>
  <dcterms:modified xsi:type="dcterms:W3CDTF">2025-12-03T04:09:34Z</dcterms:modified>
</cp:coreProperties>
</file>